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fb6c17fe93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fb6c17fe93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b6c17fe93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fb6c17fe93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fb6c17fe93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fb6c17fe93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fb6c17fe93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fb6c17fe93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fb6c17fe93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fb6c17fe93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b6c17fe93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fb6c17fe93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fb6c17fe93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fb6c17fe93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b6c17fe93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fb6c17fe93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b6c17fe93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fb6c17fe93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5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jpg"/><Relationship Id="rId4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13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66" name="Google Shape;66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8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8338" y="2268798"/>
            <a:ext cx="7827324" cy="2610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8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95681" y="1870123"/>
            <a:ext cx="2727300" cy="257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91225" y="1366925"/>
            <a:ext cx="4005499" cy="3494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