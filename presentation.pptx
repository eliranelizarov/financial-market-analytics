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6" roundtripDataSignature="AMtx7mhAwOPX1zz1xTUPu3r7pwhfQjSM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6" name="Google Shape;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38" y="2268798"/>
            <a:ext cx="7827324" cy="261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5681" y="1870123"/>
            <a:ext cx="2727300" cy="257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2806" y="1348025"/>
            <a:ext cx="4027249" cy="356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