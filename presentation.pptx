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b6c17fe93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b6c17fe93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6c17fe93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b6c17fe9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b6c17fe9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fb6c17fe9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6c17fe9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b6c17fe9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6c17fe93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6c17fe9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b6c17fe9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b6c17fe9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b6c17fe9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b6c17fe9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6c17fe9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6c17fe9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b6c17fe9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b6c17fe9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8338" y="2268798"/>
            <a:ext cx="7827324" cy="2610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5681" y="1870123"/>
            <a:ext cx="2727300" cy="257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1225" y="1366925"/>
            <a:ext cx="4005499" cy="349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